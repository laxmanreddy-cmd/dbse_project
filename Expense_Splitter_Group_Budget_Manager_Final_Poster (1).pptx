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3" d="100"/>
          <a:sy n="93" d="100"/>
        </p:scale>
        <p:origin x="465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2E0EF-F69D-497F-A7BC-65AB45E42755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1162A-A8AB-40F1-90D7-06705F5CB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11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81162A-A8AB-40F1-90D7-06705F5CBD8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7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908" cy="1600200"/>
          </a:xfrm>
          <a:prstGeom prst="rect">
            <a:avLst/>
          </a:prstGeom>
          <a:solidFill>
            <a:srgbClr val="562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234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557988"/>
            <a:ext cx="1097280" cy="520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3080" y="2286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EXPENSE SPLITTER &amp; GROUP BUDGET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713232"/>
            <a:ext cx="8366760" cy="363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dirty="0">
                <a:solidFill>
                  <a:srgbClr val="FFE6AA"/>
                </a:solidFill>
                <a:latin typeface="Arial"/>
              </a:rPr>
              <a:t>Team ID: 8  |  Section: S_</a:t>
            </a:r>
            <a:r>
              <a:rPr lang="en-IN" sz="880" b="0" dirty="0">
                <a:solidFill>
                  <a:srgbClr val="FFE6AA"/>
                </a:solidFill>
                <a:latin typeface="Arial"/>
              </a:rPr>
              <a:t>9</a:t>
            </a:r>
            <a:r>
              <a:rPr sz="880" b="0" dirty="0">
                <a:solidFill>
                  <a:srgbClr val="FFE6AA"/>
                </a:solidFill>
                <a:latin typeface="Arial"/>
              </a:rPr>
              <a:t>_  |  Members: Laxman Reddy – 2520030097, </a:t>
            </a:r>
            <a:r>
              <a:rPr sz="880" b="0" dirty="0" err="1">
                <a:solidFill>
                  <a:srgbClr val="FFE6AA"/>
                </a:solidFill>
                <a:latin typeface="Arial"/>
              </a:rPr>
              <a:t>Meghanadhi</a:t>
            </a:r>
            <a:r>
              <a:rPr sz="880" b="0" dirty="0">
                <a:solidFill>
                  <a:srgbClr val="FFE6AA"/>
                </a:solidFill>
                <a:latin typeface="Arial"/>
              </a:rPr>
              <a:t> Sai – 2520030274, Surya Prakash Reddy – 2520030145  |  Guide: Dr. Y Prasanthi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161288"/>
            <a:ext cx="8366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E6AA"/>
                </a:solidFill>
                <a:latin typeface="Arial"/>
              </a:rPr>
              <a:t>Database Systems Engineering and Distributed Backend Development (25CS1302E)  |  KLH Bachupally Campus, CSE  |  PBL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4800600" cy="1325880"/>
          </a:xfrm>
          <a:prstGeom prst="roundRect">
            <a:avLst/>
          </a:prstGeom>
          <a:solidFill>
            <a:srgbClr val="FFF8DA"/>
          </a:solidFill>
          <a:ln w="10160">
            <a:solidFill>
              <a:srgbClr val="A0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0641E"/>
                </a:solidFill>
                <a:latin typeface="Arial"/>
              </a:rPr>
              <a:t>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58568"/>
            <a:ext cx="450799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dirty="0">
                <a:solidFill>
                  <a:srgbClr val="282828"/>
                </a:solidFill>
                <a:latin typeface="Arial"/>
              </a:rPr>
              <a:t>Centralized web application for shared expenses among friends, roommates, families and project teams. Users create groups, add members, record expenses, select equal/exact/percentage splits, monitor budgets, view balances and record settlements. React + Vite, Node.js + Express and MySQL 8 provide the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828800"/>
            <a:ext cx="4800600" cy="1600200"/>
          </a:xfrm>
          <a:prstGeom prst="roundRect">
            <a:avLst/>
          </a:prstGeom>
          <a:solidFill>
            <a:srgbClr val="E5F3FF"/>
          </a:solidFill>
          <a:ln w="10160">
            <a:solidFill>
              <a:srgbClr val="14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192024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6EA0"/>
                </a:solidFill>
                <a:latin typeface="Arial"/>
              </a:rPr>
              <a:t>Tools &amp;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2258568"/>
            <a:ext cx="4507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0">
                <a:solidFill>
                  <a:srgbClr val="282828"/>
                </a:solidFill>
                <a:latin typeface="Arial"/>
              </a:rPr>
              <a:t>• Front-End: React 19 + Vite + Lucide + Recharts
• Back-End: Node.js + Express 5 + REST APIs
• Database: MySQL 8 + mysql2
• Testing: Postman
• Optional deployment: Docker 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337560"/>
            <a:ext cx="4800600" cy="1828800"/>
          </a:xfrm>
          <a:prstGeom prst="roundRect">
            <a:avLst/>
          </a:prstGeom>
          <a:solidFill>
            <a:srgbClr val="FFEBF4"/>
          </a:solidFill>
          <a:ln w="10160">
            <a:solidFill>
              <a:srgbClr val="AA2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2864"/>
                </a:solidFill>
                <a:latin typeface="Arial"/>
              </a:rPr>
              <a:t>Problem Statement &amp;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767328"/>
            <a:ext cx="4507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282828"/>
                </a:solidFill>
                <a:latin typeface="Arial"/>
              </a:rPr>
              <a:t>Problem: Different contributions, manual calculations, unclear balances and difficult budget tracking make shared expenses hard to manage.
Objectives:
• Centralize expenses and groups
• Support flexible splitting
• Calculate balances automatically
• Monitor budgets
• Simplify settlement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566160"/>
            <a:ext cx="4800600" cy="2148840"/>
          </a:xfrm>
          <a:prstGeom prst="roundRect">
            <a:avLst/>
          </a:prstGeom>
          <a:solidFill>
            <a:srgbClr val="F5EEFF"/>
          </a:solidFill>
          <a:ln w="10160">
            <a:solidFill>
              <a:srgbClr val="643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365760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37BE"/>
                </a:solidFill>
                <a:latin typeface="Arial"/>
              </a:rPr>
              <a:t>System Architecture</a:t>
            </a:r>
          </a:p>
        </p:txBody>
      </p:sp>
      <p:pic>
        <p:nvPicPr>
          <p:cNvPr id="19" name="Picture 18" descr="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158758"/>
            <a:ext cx="4526280" cy="119224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65760" y="5349240"/>
            <a:ext cx="4800600" cy="2560320"/>
          </a:xfrm>
          <a:prstGeom prst="roundRect">
            <a:avLst/>
          </a:prstGeom>
          <a:solidFill>
            <a:srgbClr val="E8F2FF"/>
          </a:solidFill>
          <a:ln w="10160">
            <a:solidFill>
              <a:srgbClr val="2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440679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85ABE"/>
                </a:solidFill>
                <a:latin typeface="Arial"/>
              </a:rPr>
              <a:t>Existing vs Proposed System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30352" y="5806440"/>
          <a:ext cx="44805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D5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Existing</a:t>
                      </a:r>
                    </a:p>
                  </a:txBody>
                  <a:tcPr>
                    <a:solidFill>
                      <a:srgbClr val="2D5C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2D5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Separate/manual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Centralized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Splitting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Manual arithmetic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Equal / exact /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Balances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Unclear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Automatic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Separate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Integrated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4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Recorded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65760" y="8092440"/>
            <a:ext cx="4800600" cy="1554480"/>
          </a:xfrm>
          <a:prstGeom prst="roundRect">
            <a:avLst/>
          </a:prstGeom>
          <a:solidFill>
            <a:srgbClr val="E4FAED"/>
          </a:solidFill>
          <a:ln w="10160">
            <a:solidFill>
              <a:srgbClr val="1E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8183879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784B"/>
                </a:solidFill>
                <a:latin typeface="Arial"/>
              </a:rPr>
              <a:t>Feasibility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8522208"/>
            <a:ext cx="45079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82828"/>
                </a:solidFill>
                <a:latin typeface="Arial"/>
              </a:rPr>
              <a:t>• Technical: React, Express, MySQL, REST, SQL, Postman and Docker are available.
• Economic: open-source development stack; local setup uses free tools.
• Operational: dashboard centralizes common group-finance tasks.
• Schedule: modular architecture supports semester project delivery.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5943600"/>
            <a:ext cx="4800600" cy="370332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BE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3560" y="603504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E5F1E"/>
                </a:solidFill>
                <a:latin typeface="Arial"/>
              </a:rPr>
              <a:t>ER Diagram &amp; Database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9829800"/>
            <a:ext cx="4800600" cy="2651760"/>
          </a:xfrm>
          <a:prstGeom prst="roundRect">
            <a:avLst/>
          </a:prstGeom>
          <a:solidFill>
            <a:srgbClr val="DEFAF8"/>
          </a:solidFill>
          <a:ln w="10160">
            <a:solidFill>
              <a:srgbClr val="1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992124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8278"/>
                </a:solidFill>
                <a:latin typeface="Arial"/>
              </a:rPr>
              <a:t>Implementation Screenshots</a:t>
            </a:r>
          </a:p>
        </p:txBody>
      </p:sp>
      <p:pic>
        <p:nvPicPr>
          <p:cNvPr id="31" name="Picture 30" descr="41118ce5-3d12-4fce-b501-363f2214fa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0360694"/>
            <a:ext cx="2148840" cy="1727130"/>
          </a:xfrm>
          <a:prstGeom prst="rect">
            <a:avLst/>
          </a:prstGeom>
        </p:spPr>
      </p:pic>
      <p:pic>
        <p:nvPicPr>
          <p:cNvPr id="32" name="Picture 31" descr="0fd702d8-320a-4f8c-b935-422e15ae35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0356665"/>
            <a:ext cx="2148840" cy="173518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65760" y="9829800"/>
            <a:ext cx="3154680" cy="1828800"/>
          </a:xfrm>
          <a:prstGeom prst="roundRect">
            <a:avLst/>
          </a:prstGeom>
          <a:solidFill>
            <a:srgbClr val="FFE8E8"/>
          </a:solidFill>
          <a:ln w="10160">
            <a:solidFill>
              <a:srgbClr val="B42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99212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282D"/>
                </a:solidFill>
                <a:latin typeface="Arial"/>
              </a:rPr>
              <a:t>Results &amp;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10259568"/>
            <a:ext cx="28620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82828"/>
                </a:solidFill>
                <a:latin typeface="Arial"/>
              </a:rPr>
              <a:t>• Demo group: Campus Crew (4 members)
• Budget: ₹25,000
• Total spent: ₹4,800
• Remaining: ₹20,200
• Balance calculations validated
• REST API and DB transaction flows tested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39312" y="9829800"/>
            <a:ext cx="1828800" cy="1828800"/>
          </a:xfrm>
          <a:prstGeom prst="roundRect">
            <a:avLst/>
          </a:prstGeom>
          <a:solidFill>
            <a:srgbClr val="EFFCD3"/>
          </a:solidFill>
          <a:ln w="10160">
            <a:solidFill>
              <a:srgbClr val="50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76472" y="9921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821E"/>
                </a:solidFill>
                <a:latin typeface="Arial"/>
              </a:rPr>
              <a:t>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5615" y="10259568"/>
            <a:ext cx="15361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282828"/>
                </a:solidFill>
                <a:latin typeface="Arial"/>
              </a:rPr>
              <a:t>Centralizes expenses, budgets, balances and settlements while reducing repeated manual calculations.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11841480"/>
            <a:ext cx="5102352" cy="1508760"/>
          </a:xfrm>
          <a:prstGeom prst="roundRect">
            <a:avLst/>
          </a:prstGeom>
          <a:solidFill>
            <a:srgbClr val="F8E5FF"/>
          </a:solidFill>
          <a:ln w="10160">
            <a:solidFill>
              <a:srgbClr val="963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11932919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632AA"/>
                </a:solidFill>
                <a:latin typeface="Arial"/>
              </a:rPr>
              <a:t>Future 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12271248"/>
            <a:ext cx="4809744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82828"/>
                </a:solidFill>
                <a:latin typeface="Arial"/>
              </a:rPr>
              <a:t>• Payment gateway and email integration
• Scalable cloud deployment
• Service-oriented / microservice evolution
• Enhanced budgeting, notifications and settlement automation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13734288"/>
            <a:ext cx="8412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282828"/>
                </a:solidFill>
                <a:latin typeface="Arial"/>
              </a:rPr>
              <a:t>References: [1] Project database/</a:t>
            </a:r>
            <a:r>
              <a:rPr sz="1000" b="0" dirty="0" err="1">
                <a:solidFill>
                  <a:srgbClr val="282828"/>
                </a:solidFill>
                <a:latin typeface="Arial"/>
              </a:rPr>
              <a:t>schema.sql</a:t>
            </a:r>
            <a:r>
              <a:rPr sz="1000" b="0" dirty="0">
                <a:solidFill>
                  <a:srgbClr val="282828"/>
                </a:solidFill>
                <a:latin typeface="Arial"/>
              </a:rPr>
              <a:t>  [2] React / Express / MySQL documentation  [3] Postman collection included in 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14516608"/>
            <a:ext cx="777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82828"/>
                </a:solidFill>
                <a:latin typeface="Arial"/>
              </a:rPr>
              <a:t>GitHub</a:t>
            </a:r>
          </a:p>
        </p:txBody>
      </p:sp>
      <p:pic>
        <p:nvPicPr>
          <p:cNvPr id="45" name="Picture 44" descr="2d4c1695-350c-40e4-b9fc-f4576c4816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1081" y="6400800"/>
            <a:ext cx="1991236" cy="30175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5451EED-9EF6-A0EC-11A1-746F248923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4864" y="12573000"/>
            <a:ext cx="1939256" cy="1852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439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laxmanreddypabbathi547@outlook.com</cp:lastModifiedBy>
  <cp:revision>3</cp:revision>
  <dcterms:created xsi:type="dcterms:W3CDTF">2013-01-27T09:14:16Z</dcterms:created>
  <dcterms:modified xsi:type="dcterms:W3CDTF">2026-10-02T13:40:32Z</dcterms:modified>
  <cp:category/>
</cp:coreProperties>
</file>