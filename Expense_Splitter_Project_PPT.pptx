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57" y="30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16-08-2026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16-08-2026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16-08-2026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16-08-2026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16-08-2026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16-08-2026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16-08-2026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16-08-2026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03478"/>
                </a:solidFill>
                <a:latin typeface="Arial"/>
              </a:rPr>
              <a:t>EXPENSE SPLITTER &amp; GROUP BUDGET MANAGER</a:t>
            </a: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sz="1800" b="1">
                <a:latin typeface="Arial"/>
              </a:rPr>
              <a:t>1st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82844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LAXMAN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2520030097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MEGHANADHI 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2520030274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SURYA PRAKASH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dirty="0">
                          <a:latin typeface="Arial"/>
                        </a:rPr>
                        <a:t>2520030145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NUMBER:8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793399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Arial"/>
                        </a:rPr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latin typeface="Arial"/>
                        </a:rPr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Arial"/>
                        </a:rPr>
                        <a:t>LAXMAN REDDY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Arial"/>
                        </a:rPr>
                        <a:t>Team Member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Arial"/>
                        </a:rPr>
                        <a:t>MEGHANADHI SAI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Arial"/>
                        </a:rPr>
                        <a:t>Team Member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Arial"/>
                        </a:rPr>
                        <a:t>SURYA PRAKASH REDDY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latin typeface="Arial"/>
                        </a:rPr>
                        <a:t>Team Member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23133" y="1951253"/>
            <a:ext cx="10058400" cy="4297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100" dirty="0">
                <a:solidFill>
                  <a:srgbClr val="232323"/>
                </a:solidFill>
                <a:latin typeface="Arial"/>
              </a:rPr>
              <a:t>Expense Splitter &amp; Group Budget Manager is a centralized web application for managing shared expenses among friends, roommates, families and project teams.</a:t>
            </a:r>
          </a:p>
          <a:p>
            <a:pPr>
              <a:spcAft>
                <a:spcPts val="1200"/>
              </a:spcAft>
            </a:pPr>
            <a:r>
              <a:rPr sz="2100" dirty="0">
                <a:solidFill>
                  <a:srgbClr val="232323"/>
                </a:solidFill>
                <a:latin typeface="Arial"/>
              </a:rPr>
              <a:t>Users can create groups, add members, record expenses, choose suitable splitting methods, calculate individual balances, monitor budgets and simplify final settlement.</a:t>
            </a:r>
          </a:p>
          <a:p>
            <a:pPr>
              <a:spcAft>
                <a:spcPts val="1200"/>
              </a:spcAft>
            </a:pPr>
            <a:r>
              <a:rPr sz="2100" dirty="0">
                <a:solidFill>
                  <a:srgbClr val="232323"/>
                </a:solidFill>
                <a:latin typeface="Arial"/>
              </a:rPr>
              <a:t>The system reduces manual calculations and provides a transparent view of contributions, outstanding amounts and overall group spending.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058400" cy="4297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Managing shared expenses manually becomes difficult when members pay different amounts, participate in different expenses or use different splitting methods.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This project provides one shared workspace for groups, expenses, budgets and settlement.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Create Group → Add Members → Log Expense → Split Fairly → Track Budget → Settle Balances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058400" cy="4297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Manual expense tracking using notebooks, spreadsheets or separate payment records.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Different members may maintain different records, causing confusion and inconsistent totals.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Manual splitting can lead to calculation errors, forgotten payments and unclear balances.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Budget tracking and final settlement are often handled separately.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058400" cy="4297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Shared expenses are difficult to manage when multiple people contribute different amounts.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Common issues include: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Calculation errors and repeated manual arithmetic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Unclear payable and receivable balances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Forgotten or incomplete payment records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Difficulty tracking spending against a group budget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Complicated final settlement between members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058400" cy="4297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A centralized expense-sharing platform that keeps one common ledger for every group.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Create Group → Add Members → Log Expense → Choose Split → Update Budget → Settle Up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Supports equal, percentage, exact-share and itemized splitting.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Automatically calculates balances and shows simplified payments needed to clear outstanding amounts.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Objectives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058400" cy="4297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Provide a centralized workspace for shared group expenses.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Record amount, payer, category and participants for every expense.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Support flexible expense splitting methods.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Calculate payable and receivable balances automatically.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Set and monitor group budgets.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Simplify final settlement between members.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058400" cy="4297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1. GROUP MANAGEMENT — Create trips, households or project teams and add members.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2. EXPENSE MANAGEMENT — Record amount, payer, category and participants.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3. FLEXIBLE SPLITTING — Equal, percentage, exact-share or itemized.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4. BUDGET MANAGEMENT — Set limits and monitor spending progress.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5. BALANCE MANAGEMENT — Calculate payable and receivable amounts.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6. SETTLEMENT — Show simplified payments required to clear balances.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SOFTWARE REQUIREMENTS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058400" cy="4297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100" dirty="0">
                <a:solidFill>
                  <a:srgbClr val="232323"/>
                </a:solidFill>
                <a:latin typeface="Arial"/>
              </a:rPr>
              <a:t>Frontend: React.js</a:t>
            </a:r>
          </a:p>
          <a:p>
            <a:pPr>
              <a:spcAft>
                <a:spcPts val="1200"/>
              </a:spcAft>
            </a:pPr>
            <a:r>
              <a:rPr sz="2100" dirty="0">
                <a:solidFill>
                  <a:srgbClr val="232323"/>
                </a:solidFill>
                <a:latin typeface="Arial"/>
              </a:rPr>
              <a:t>Backend: Node.js / Express</a:t>
            </a:r>
          </a:p>
          <a:p>
            <a:pPr>
              <a:spcAft>
                <a:spcPts val="1200"/>
              </a:spcAft>
            </a:pPr>
            <a:r>
              <a:rPr sz="2100" dirty="0">
                <a:solidFill>
                  <a:srgbClr val="232323"/>
                </a:solidFill>
                <a:latin typeface="Arial"/>
              </a:rPr>
              <a:t>Database: MySQL</a:t>
            </a:r>
          </a:p>
          <a:p>
            <a:pPr>
              <a:spcAft>
                <a:spcPts val="1200"/>
              </a:spcAft>
            </a:pPr>
            <a:r>
              <a:rPr sz="2100" dirty="0">
                <a:solidFill>
                  <a:srgbClr val="232323"/>
                </a:solidFill>
                <a:latin typeface="Arial"/>
              </a:rPr>
              <a:t>Integrations: Payment / Email Integration</a:t>
            </a:r>
          </a:p>
          <a:p>
            <a:pPr>
              <a:spcAft>
                <a:spcPts val="1200"/>
              </a:spcAft>
            </a:pPr>
            <a:r>
              <a:rPr sz="2100" dirty="0">
                <a:solidFill>
                  <a:srgbClr val="232323"/>
                </a:solidFill>
                <a:latin typeface="Arial"/>
              </a:rPr>
              <a:t>Deployment &amp; DevOps: Docker, GitHub Actions</a:t>
            </a:r>
          </a:p>
          <a:p>
            <a:pPr>
              <a:spcAft>
                <a:spcPts val="1200"/>
              </a:spcAft>
            </a:pPr>
            <a:r>
              <a:rPr sz="2100" dirty="0">
                <a:solidFill>
                  <a:srgbClr val="232323"/>
                </a:solidFill>
                <a:latin typeface="Arial"/>
              </a:rPr>
              <a:t>Database design uses normalized tables, constraints, joins, aggregates, CTEs and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sz="3400" b="1">
                <a:solidFill>
                  <a:srgbClr val="0070C0"/>
                </a:solidFill>
                <a:latin typeface="Arial"/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51560" y="1691640"/>
            <a:ext cx="10058400" cy="42976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Expense Splitter &amp; Group Budget Manager provides a practical, transparent and scalable way to manage shared money.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It reduces manual arithmetic, improves transparency and keeps expenses, balances and budgets in one place.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Future scope: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Payment and email integration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Scalable deployment and architecture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Evolution toward microservices</a:t>
            </a:r>
          </a:p>
          <a:p>
            <a:pPr>
              <a:spcAft>
                <a:spcPts val="1200"/>
              </a:spcAft>
            </a:pPr>
            <a:r>
              <a:rPr sz="2100">
                <a:solidFill>
                  <a:srgbClr val="232323"/>
                </a:solidFill>
                <a:latin typeface="Arial"/>
              </a:rPr>
              <a:t>• Enhanced group budgeting and settlement features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3400" b="1">
                <a:solidFill>
                  <a:srgbClr val="0070C0"/>
                </a:solidFill>
                <a:latin typeface="Arial"/>
              </a:rPr>
              <a:t>THANK YOU</a:t>
            </a: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8236</TotalTime>
  <Words>625</Words>
  <Application>Microsoft Office PowerPoint</Application>
  <PresentationFormat>Widescreen</PresentationFormat>
  <Paragraphs>116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EXPENSE SPLITTER &amp; GROUP BUDGET MANAGER</vt:lpstr>
      <vt:lpstr>GROUP NUMBER:8</vt:lpstr>
      <vt:lpstr>ABSTRACT</vt:lpstr>
      <vt:lpstr>INTRODUCTION</vt:lpstr>
      <vt:lpstr>EXISTING SYSTEM</vt:lpstr>
      <vt:lpstr>PROBLEM</vt:lpstr>
      <vt:lpstr>SOLUTION(Contribution)</vt:lpstr>
      <vt:lpstr>Objectives</vt:lpstr>
      <vt:lpstr>Modules</vt:lpstr>
      <vt:lpstr>SOFTWARE REQUIREMENTS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laxmanreddypabbathi547@outlook.com</cp:lastModifiedBy>
  <cp:revision>95</cp:revision>
  <dcterms:created xsi:type="dcterms:W3CDTF">2022-05-20T10:20:31Z</dcterms:created>
  <dcterms:modified xsi:type="dcterms:W3CDTF">2026-08-16T17:31:09Z</dcterms:modified>
</cp:coreProperties>
</file>